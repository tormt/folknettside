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2"/>
  </p:sldMasterIdLst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xture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FolkNettside staging fixture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rgbClr val="000000"/>
      </a:dk1>
      <a:lt1>
        <a:srgbClr val="FFFFFF"/>
      </a:lt1>
      <a:dk2>
        <a:srgbClr val="222222"/>
      </a:dk2>
      <a:lt2>
        <a:srgbClr val="EEEEEE"/>
      </a:lt2>
      <a:accent1>
        <a:srgbClr val="004F9F"/>
      </a:accent1>
      <a:accent2>
        <a:srgbClr val="008000"/>
      </a:accent2>
      <a:accent3>
        <a:srgbClr val="FF0000"/>
      </a:accent3>
      <a:accent4>
        <a:srgbClr val="FFFF00"/>
      </a:accent4>
      <a:accent5>
        <a:srgbClr val="00FFFF"/>
      </a:accent5>
      <a:accent6>
        <a:srgbClr val="FF00FF"/>
      </a:accent6>
      <a:hlink>
        <a:srgbClr val="0000FF"/>
      </a:hlink>
      <a:folHlink>
        <a:srgbClr val="800080"/>
      </a:folHlink>
    </a:clrScheme>
    <a:fontScheme name="Fixtur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